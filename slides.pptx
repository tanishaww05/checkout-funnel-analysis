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App Open</c:v>
                  </c:pt>
                  <c:pt idx="1">
                    <c:v>Browsed</c:v>
                  </c:pt>
                  <c:pt idx="2">
                    <c:v>Added to Cart</c:v>
                  </c:pt>
                  <c:pt idx="3">
                    <c:v>Reached Checkout</c:v>
                  </c:pt>
                  <c:pt idx="4">
                    <c:v>Order Placed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4000</c:v>
                </c:pt>
                <c:pt idx="1">
                  <c:v>3514</c:v>
                </c:pt>
                <c:pt idx="2">
                  <c:v>2227</c:v>
                </c:pt>
                <c:pt idx="3">
                  <c:v>1561</c:v>
                </c:pt>
                <c:pt idx="4">
                  <c:v>1447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Checkout conversion %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Fresh address</c:v>
                  </c:pt>
                  <c:pt idx="1">
                    <c:v>Stale address
(30+ days)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76.1</c:v>
                </c:pt>
                <c:pt idx="1">
                  <c:v>48.1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30-day repeat rate %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 complaint</c:v>
                  </c:pt>
                  <c:pt idx="1">
                    <c:v>False 'delivered'</c:v>
                  </c:pt>
                  <c:pt idx="2">
                    <c:v>Missing/wrong item</c:v>
                  </c:pt>
                  <c:pt idx="3">
                    <c:v>Refund delay</c:v>
                  </c:pt>
                  <c:pt idx="4">
                    <c:v>Address cancel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53.3</c:v>
                </c:pt>
                <c:pt idx="1">
                  <c:v>7.4</c:v>
                </c:pt>
                <c:pt idx="2">
                  <c:v>7.7</c:v>
                </c:pt>
                <c:pt idx="3">
                  <c:v>7.7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ANALYTICS CASE STUDY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Checkout Drop-Off &amp; Refund-Driven Churn on Zomato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funnel and retention analysis built with SQL and Python — finding the highest-leverage fix in the checkout flow.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709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SQL (SQLite) · Python (pandas, matplotlib) · Synthetic data modeled on public Zomato review patterns, mid-2026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Product Analyst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2026 reviews repeatedly surface three complaints — refund delays, stale-address cancellations, and false 'delivered' status. These read as support issues, but they behave like retention problems.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5877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exactly do users drop off before placing an order?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72968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3154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post-order failure hurts repeat behavior the most?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39896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39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372160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smallest fix with the largest retention payoff?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411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Framework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00584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conversion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Carts reaching checkout / total carts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with a complaint / total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TTR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from request to resolution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repeat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 within 30 days / total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400800" y="416052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7512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 metric for this analysis: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0" y="4663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30-day repeat order rate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675120" y="5166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it ties directly to revenue and is sensitive to both funnel and support friction.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Users Drop Off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Open → Order Placed, n = 4,000 sessions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3152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CF6F5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737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36.2%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321040" y="2514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App Open → Order conversion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92440" y="388620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CF6F5"/>
          </a:solidFill>
          <a:ln/>
        </p:spPr>
      </p:sp>
      <p:sp>
        <p:nvSpPr>
          <p:cNvPr id="9" name="Text 6"/>
          <p:cNvSpPr/>
          <p:nvPr/>
        </p:nvSpPr>
        <p:spPr>
          <a:xfrm>
            <a:off x="8321040" y="4069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-29.9%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321040" y="47091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sharpest drop is Cart → Checkout — unusually large for a normally low-friction step.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Findings That Explain the Leak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Stale Address Kills Checkout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28-point gap — affects ~22% of all carts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09360" y="1051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Complaints Destroy Repeat Behavior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50876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5806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Address-cancellation is the single worst segment — worse than a failed delivery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Fix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6400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80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Address Confirmation Nudge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“Deliver to [address]? Yes / Edit” shown before payment when the saved address hasn't been used in 30+ days.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6400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7432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Refund Path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 refund for address-triggered cancellations specifically — no chat queue, since fault is unambiguous.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fix: it's the highest-leverage node in the funnel — the largest fixable checkout leak, tied for the slowest refund TTR, and the single worst retention outcome, all in one segment.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0" y="1143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Impact (illustrative)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1691640"/>
            <a:ext cx="4297680" cy="1188720"/>
          </a:xfrm>
          <a:prstGeom prst="roundRect">
            <a:avLst>
              <a:gd name="adj" fmla="val 6154"/>
            </a:avLst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0" y="1801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 pts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543800" y="23134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conversion for stale-address segment (~22% of carts)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0" y="3108960"/>
            <a:ext cx="4297680" cy="1188720"/>
          </a:xfrm>
          <a:prstGeom prst="roundRect">
            <a:avLst>
              <a:gd name="adj" fmla="val 6154"/>
            </a:avLst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3218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 pts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543800" y="37307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repeat rate for address-cancellation segment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0" y="4526280"/>
            <a:ext cx="4297680" cy="1188720"/>
          </a:xfrm>
          <a:prstGeom prst="roundRect">
            <a:avLst>
              <a:gd name="adj" fmla="val 6154"/>
            </a:avLst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46360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~60–70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543800" y="51480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repeat orders per 1,000 affected users / month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C0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It: A/B Test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2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The confirmation nudge increases checkout conversion for stale-address users without hurting repeat rate or checkout speed.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CF6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User ID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Eligible: stale-address carts only (~22%)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existing checkout flow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nudge + auto-refund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CF6F5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920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24231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→ Checkout conversion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48.1%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MDE: +10 pts (→ 58.1%)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390 / arm (α=.05, power=.80)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CF6F5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1920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83880" y="24231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repeat rate ≥ 3.0% baseline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time not materially slower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 order-volume regression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refund ticket volume ↓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if primary metric hits MDE with no guardrail regression — 2–3 week test window at current volume.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Reducing Checkout Drop-Off and Refund-Driven Churn on Zomato</dc:title>
  <dc:subject>PptxGenJS Presentation</dc:subject>
  <dc:creator>Product Analyst Candidate</dc:creator>
  <cp:lastModifiedBy>Product Analyst Candidate</cp:lastModifiedBy>
  <cp:revision>1</cp:revision>
  <dcterms:created xsi:type="dcterms:W3CDTF">2026-07-01T19:48:54Z</dcterms:created>
  <dcterms:modified xsi:type="dcterms:W3CDTF">2026-07-01T19:48:54Z</dcterms:modified>
</cp:coreProperties>
</file>